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Bristh Enrollment Partners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Professional Proposal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Strategic 2+2 Partnership Proposal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BRISTH ENROLLMENT PARTNERS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Prepared for the University of Edinburgh School of Business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Undergraduate Pilot Program in Business Management &amp; Finance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August 2024 | Confidential Collaboration Proposal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Executive Summary &amp;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Partnership Vision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 establish a highly structured, top-tier international undergraduate pipeline between prestigious home institutions and the University of Edinburgh School of Business.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Pilot Scope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**Target Intake:** Autumn Pilot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**Key Fields:** Business Management &amp; Finance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**Model:** 2+2 Articulation Framework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Why Bristh Enrollment Partners?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**Proven Track Record:** Specialist in international education articulation and recruitment support.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**High-Quality Sourcing:** Access to high-performing undergraduate candidates from vetted Chinese institutions.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**End-to-End Delivery:** Dedicated local support covering academic preparation, language testing, and visa compliance.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2+2 Cooperation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Year 1 - 2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**Preparation &amp; Foundation**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Curricula mapping with partner universities.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Intensive English training (IELTS support).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Initial academic orientation.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Located at partner home institutions.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Transition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**Evaluation &amp; Visa**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Academic transcripts screening.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Language qualification verification.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Bristh-guided visa processing.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Pre-departure cultural briefings.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Year 3 - 4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**Edinburgh Matriculation**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Enrollment at School of Business.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Complete advanced courses.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Full access to UoE campus career services.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Award of UoE Bachelor's Degree.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Comprehensive Student Pathway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 guarantee high integration success, Bristh manages a structured pathway ensuring academic and pastoral transition readiness: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**Phase 1: Academic Alignment &amp; Screening**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Strict monitoring of GPA requirements (focusing on Business &amp; Finance fundamentals).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Periodic assessment checkpoints mapped against UoE syllabus standards.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**Phase 2: English Language Proficiency Support**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Goal-oriented IELTS training pathways to satisfy UoE's language requirements before entry.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**Phase 3: Integration &amp; Soft Skills Seminars**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Academic writing, seminar culture preparation, and independent research training.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Peer mentorship sessions led by Edinburgh alumni.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Clear Division of Roles &amp; Responsibilities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Bristh Enrollment Partners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**Marketing &amp; Promotion:** Drive domestic pipeline awareness and lead prospective student recruiting events.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**Operational Liaison:** Coordinate between the home universities and UoE Admissions.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**Visa &amp; Admin Logistics:** Execute error-free visa file processing.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**Initial Screening:** First-tier quality gate to ensure all forwarded applicants meet high criteria.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University of Edinburgh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**Curriculum Alignment:** Final approval over academic compatibility and credit recognition criteria.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**Admissions Control:** Retain ultimate authority on student selection, conditions, and offers.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**Academic Quality:** Responsible for Year 3 &amp; Year 4 module delivery and exam management.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**Degree Awarding:** Issuance of the final official University of Edinburgh qualification.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Timeline, Key Terms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Proposed Project Timeline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**Sep 2024:** Finalize Draft Framework Agreement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**Oct 2024:** Launch Marketing &amp; Recruitment Seminars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**Feb 2025:** Application Window Closes (Batch 1)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**Autumn 2025:** Coordinated Matriculation at UoE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Business &amp; Framework Terms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**Contract Duration:** 3-Year initial term with auto-renewal.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**Financing &amp; Service Fee:** Fee structure per student designed to optimize sustainable operational margins.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Next Milestones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Confirm Board approval on alignment parameters.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Confirm online working meeting with Dr. McCafferty next Wednesday at 2 PM UK time.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**Bristh Enrollment Partners**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*Leading Global Education Connections*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BRISTH ENROLLMENT PARTNERS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2026-08-11T17:20:51Z</dcterms:created>
  <dcterms:modified xsi:type="dcterms:W3CDTF">2026-08-11T17:20:51Z</dcterms:modified>
</cp:coreProperties>
</file>