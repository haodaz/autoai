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Bristh Enrollment Partners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Professional Proposal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China's Premium Education Market Landscape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Growing demand for overseas elite education (+18% YoY)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Parents prioritize: school rankings &amp; university pathways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Current gaps: Lack of direct UK private school access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Bristh's Unmatched UK Private School Network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Exclusive partnerships with 120+ top UK boarding schools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Real-time admission slot availability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On-ground UK support team for Chinese students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with Bristh?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Turnkey solution: From recruitment to enrollment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Higher commissions (15-20% vs industry 12%)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Dedicated account manager &amp; co-branded marketing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Success 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92% enrollment success rate (industry avg: 68%)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Avg. 4.2 Oxbridge offers per 100 students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3-month ROI for partner agencies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Sign MOU for 2025 intake priority access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Joint student recruitment roadshow in Q3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Contact: haoz214@gmail.com for partnership package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2026-08-10T00:05:23Z</dcterms:created>
  <dcterms:modified xsi:type="dcterms:W3CDTF">2026-08-10T00:05:23Z</dcterms:modified>
</cp:coreProperties>
</file>