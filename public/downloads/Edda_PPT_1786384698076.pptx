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International Education Enrollment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Strategic Collaboration with Global Edu Group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International education enrollment project for Global Edu Group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Focus on expanding market reach and student recruitment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High potential for growth in target regions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Collaboration duration: 3 years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Our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Proven high conversion rates in student recruitment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Extensive market coverage in target regions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Strong partnerships with educational institutions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Data-driven enrollment strategies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Proposed Collaboration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Revenue sharing: 60% Global Edu Group / 40% Bristh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3-year collaboration agreement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NDA and contract draft to be finalized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Weekly progress reviews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Joint marketing initiatives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Finalize and sign NDA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Prepare detailed project proposal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Technical team to complete data integration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Marketing team to develop promotional materials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 meeting: August 15, 2:00 PM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2026-08-10T17:58:18Z</dcterms:created>
  <dcterms:modified xsi:type="dcterms:W3CDTF">2026-08-10T17:58:18Z</dcterms:modified>
</cp:coreProperties>
</file>