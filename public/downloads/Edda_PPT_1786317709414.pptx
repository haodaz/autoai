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Partnership with Global Edu Group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International Education Enrollment Project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Presented by 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August 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Partnership Overview &amp;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Expand global reach in education enrollment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Leverage Bristh's expertise in student conversion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Mutual growth and market penetration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Advantages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Proven high conversion rates (industry-leading)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Extensive market coverage across target regions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Tailored solutions for Global Edu Group's needs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Collaboration Terms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Revenue share: 60% (Global Edu) / 40% (Bristh)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Initial term: 3 years with review options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NDA and detailed agreement in place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 &amp;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Finalize agreements by August 15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 integration and marketing prep (this week)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Kickoff meeting scheduled for August 20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2026-08-09T23:21:49Z</dcterms:created>
  <dcterms:modified xsi:type="dcterms:W3CDTF">2026-08-09T23:21:49Z</dcterms:modified>
</cp:coreProperties>
</file>