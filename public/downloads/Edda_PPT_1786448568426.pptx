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Partnership Proposal: 2+2 Undergraduate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University of Edinburgh, School of Business &amp; 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August 2024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 Enrollment Partners: Empowering Global Education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**Who We Are:** A leading international education service provider dedicated to connecting talented students with world-class universities.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**Our Mission:** To facilitate seamless academic pathways and cultural immersion for students aspiring to global higher education.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**Core Expertise:**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Student recruitment, counseling, and pre-departure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Establishing and managing robust institutional partnerships.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Ensuring student readiness for rigorous international academic environments.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**Strategic Alignment:** Our partnership with the University of Edinburgh, School of Business, reflects a shared commitment to academic excellence, innovation, and expanding global educational opportunities.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2+2 Undergraduate Program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**Goal:** To establish a structured and seamless academic pathway for high-achieving international students to pursue a Bachelor's degree at the University of Edinburgh, School of Business.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Program Structure: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**Years 1 &amp; 2:** Students complete foundational undergraduate studies in Business at accredited partner institutions, primarily in China.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**Years 3 &amp; 4:** Successful students transfer to the University of Edinburgh, School of Business, to complete their Bachelor's degree.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**Initial Focus Areas:** Business Management, Finance.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Mutual Benefits: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**For UoE:** Attract a diverse pool of high-calibre international students, enhance global presence, and foster strong academic partnerships.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**For Students:** Provide an accessible, supported pathway to a prestigious UK degree, combined with valuable cultural and academic preparation.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Student Pathway &amp; Progression to Edinburgh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Years 1 &amp; 2: Foundation Studies (Partner Institution)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Students undertake a prescribed curriculum covering foundational business principles.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monitors academic progress and provides ongoing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Intensive English language preparation (IELTS/TOEFL) embedded into the program.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Cultural orientation and academic skills development for success in the UK.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Years 3 &amp; 4: Degree Completion (University of Edinburgh)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Successful students transfer directly into Year 3 of their chosen Business Management or Finance degree.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Seamless integration into UoE's world-class academic environment.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Access to all university resources, student support services, and societies.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Students graduate with a Bachelor's degree from the University of Edinburgh.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Roles &amp; Responsibilities: Bristh Enrollment Partners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**Partner Institution Selection &amp; Management:**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Identify, vet, and establish formal agreements with high-quality feeder institutions.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Ensure curriculum alignment and academic standards at partner schools.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**Student Recruitment &amp; Vetting:**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Conduct targeted recruitment campaigns for eligible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Screen candidates for academic potential, English proficiency, and personal suitability.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**Application &amp; Visa Support:**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Guide students through the UoE application process, ensuring all requirements are met.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Assist with visa applications and pre-departure formalities.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**Pre-Departure &amp; Transition Support:**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Provide comprehensive orientation programs (academic, cultural, practical).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Offer support for accommodation, travel logistics, and initial settlement in Edinburgh.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**Quality Assurance &amp; Communication:**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Act as the primary liaison between UoE and partner institutions/students.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Monitor student progress and readiness for transfer, ensuring a high success rate.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Roles &amp; Responsibilities: University of Edinburgh, School of Business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**Curriculum Development &amp; Articulation:**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Define the specific academic requirements and course equivalencies for 2+2 transfer.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Establish formal articulation agreements with approved partner institutions.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**Admission &amp; Integration:**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Set and apply clear admission criteria for 2+2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Facilitate the smooth transfer and integration of students into the UoE academic system.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**Academic Oversight &amp; Support:**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Provide world-class teaching, mentoring, and academic advising.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Offer comprehensive student support services to ensure academic success and well-being.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**Program Marketing &amp; Branding:**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Collaborate with Bristh on joint marketing initiatives to promote the 2+2 program.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Lend the UoE brand and reputation to attract top-tier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**Quality Assurance &amp; Degree Awarding:**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Maintain high academic standards for all 2+2 students.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 *   Confer the University of Edinburgh Bachelor's degree upon successful program completion.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Partnership Timeline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Key Milestones: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**August 2024:** Initial partnership discussions &amp; formal proposal submission (this meeting).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**September 2024:** Finalization of cooperation agreement &amp; official signing.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**October 2024:** Program launch &amp; recruitment campaign begins for inaugural cohort.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**February 2025:** First application cycle closes.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**Summer 2026:** First cohort of 2+2 students transfers to the University of Edinburgh (for the 2026/27 academic year).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Immediate Next Steps: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Review of Bristh's comprehensive formal proposal and draft cooperation agreement.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Follow-up meeting to discuss specific program details and operational framework.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2026-08-11T11:42:48Z</dcterms:created>
  <dcterms:modified xsi:type="dcterms:W3CDTF">2026-08-11T11:42:48Z</dcterms:modified>
</cp:coreProperties>
</file>