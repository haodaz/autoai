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Bristh Enrollment Partners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Professional Proposal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Strategic Partnership Proposal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2+2 Undergraduate Joint Program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Presented to: School of Business, University of Edinburgh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Prepared by: Bristh Enrollment Partners Ltd.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Executive Summary: 2+2 Business Pathway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The Opportunity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**Program Launch**: A pilot 2+2 undergraduate pathway commencing Fall semester.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**Specializations**: Targeted at high-demand fields: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- Business Management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- Finance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**Objective**: To build a robust pipeline of qualified international candidates seeking honors degrees from Edinburgh.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Strategy &amp; Execution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**Structured Pathway**: Years 1-2 spent at mapped domestic institutions; Years 3-4 spent at Edinburgh.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**Joint Governance**: Clear division of operational duties to ensure compliance and student experience.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**Scalable Model**: Potential to expand intake volume based on the pilot's performance.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Bristh Enrollment Partners: Profile &amp; Capabilities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Direct Recruitment Reach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**Active Networks**: Broad connections with top tier regional high schools and universities.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**Targeted Marketing**: Data-driven campaigns optimized specifically for top UK business curricula.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Student Care &amp; Readiness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**Academic Bridging**: Pre-departure English &amp; academic writing workshops.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**Compliance Control**: Strict application vetting processes to maintain Edinburgh's high entry standards.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2+2 Student Pathway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Phase 1: Years 1 &amp; 2 (Home Institution)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Core business &amp; finance prerequisites completed.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English language preparation &amp; pathway orientation.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Regular academic performance monitoring.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Phase 2: Years 3 &amp; 4 (Univ. of Edinburgh)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Smooth credit transfer &amp; direct matriculation.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Pathways in **Business Management** or **Finance**.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Access to standard degree completion support.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Academic Alignment &amp; Transition Support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**Curriculum Mapping**: Direct alignment of year 1-2 credits with Edinburgh's strict syllabus.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**Vetting Support**: Bristh provides professional application pre-screening to maximize offer ratios.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Division of Roles &amp; Responsibilities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Bristh Enrollment Partners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**Student Attraction**: Marketing execution, local recruitment events, and pipeline nurturing.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**Application Processing**: Pre-screening candidate materials to verify eligibility.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**Visas &amp; Relocation**: Managing logistic preparation, pre-departure briefings, and orientation.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Edinburgh Business School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**Admissions &amp; Compliance**: Setting academic entry thresholds &amp; granting final candidate approval.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**Curriculum &amp; Quality**: Providing syllabus benchmarks to ensure robust credit mapping.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**Program Delivery**: Delivering all years 3 &amp; 4 undergraduate teaching and awarding final degrees.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Implementation &amp; Key Milestones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**August 20**: Joint Microsoft Teams meeting (Confirming framework &amp; execution specifics)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**September**: Formal signing of Partnership Agreement &amp; academic curriculum mapping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**October**: Program marketing launch &amp; recruitment campaign initiation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**February (Next Year)**: First batch application deadline &amp; document submission review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**Fall (Next Year)**: Arrival of the first cohort of pathway students at Edinburgh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Partnership Framework &amp;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Key Contractual Terms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**Signing Entities**: University of Edinburgh School of Business &amp; Bristh Enrollment Partners Ltd.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**Term**: 3-Year Initial Term with auto-renewal.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**IP Rights**: Respective IP ownership remains independent.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**Confidentiality**: Standard non-disclosure of program operations.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Upcoming Actions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**Joint Call Confirmation**: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- Date: Wednesday, August 20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- Time: 14:00 BST / 21:00 Beijing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- Platform: Microsoft Teams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**Pre-meeting Deliverables**: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- Finalization of 2+2 Proposal Document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- Sharing Draft Partnership Framework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2026-08-11T17:16:20Z</dcterms:created>
  <dcterms:modified xsi:type="dcterms:W3CDTF">2026-08-11T17:16:20Z</dcterms:modified>
</cp:coreProperties>
</file>