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Strategic Partnership Proposal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Bristh x University of Edinburgh Business School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BRISTH_LOGO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2+2 Undergraduate Pathway Program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Collaboration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Pilot 2+2 program in Business Management &amp; Finance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Initial 3-year agreement with auto-renewal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Service fee range: £3,000-£5,000 per student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Key timeline: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September: Contract signing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October: Recruitment launch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February: First application deadline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Student Pathway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Years 1-2: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Complete foundation courses at partner institution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Meet academic requirements for progression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Years 3-4: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Transfer to University of Edinburgh Business School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Complete degree requirements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 - Graduate with Edinburgh degree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Role Division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 Responsibilities: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Student recruitment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Application processing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Pre-departure orientation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Ongoing student support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Edinburgh Responsibilities: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Academic quality assurance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Curriculum development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Degree awarding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Campus integration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Finalize partnership agreement by September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Joint marketing materials development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Establish student selection criteria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Coordinate faculty orientation sessions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Looking forward to a successful collaboration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BRISTH_LOGO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2026-08-11T11:33:00Z</dcterms:created>
  <dcterms:modified xsi:type="dcterms:W3CDTF">2026-08-11T11:33:00Z</dcterms:modified>
</cp:coreProperties>
</file>