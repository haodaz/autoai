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00225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公司介绍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828925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</a:rPr>
              <a:t>Generated by BEP Auto Office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公司介绍 - 议程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公司概述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业务模式与价值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对英国学校的价值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对国内中介的价值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特色与优势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总结与行动呼吁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公司概述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专注于英国中学招生服务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提供共享招生解决方案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连接英国学校与国内中介机构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降低招生成本，提高效率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业务模式与价值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共享招生服务模式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一次性与多所学校合作签约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不与学生/家长直接对接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专注于服务国内中介机构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降低差旅与单一学校招生成本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对英国学校的价值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降低招生成本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扩大招生渠道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减少差旅需求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提高招生效率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专注于教育而非招生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对国内中介的价值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一站式对接多所英国学校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简化招生流程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提供专业支持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节省时间与资源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增强服务竞争力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特色与优势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独特的共享招生模式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专注于B2B服务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丰富的学校资源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专业的招生支持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高效的成本控制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总结与行动呼吁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为英国学校和国内中介提供高效解决方案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降低招生成本，提高效率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期待与您的合作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联系我们了解更多详情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A5A"/>
                </a:solidFill>
              </a:rPr>
              <a:t>共同开拓英国中学招生市场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886325"/>
            <a:ext cx="9144000" cy="257175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2026-08-10T13:42:18Z</dcterms:created>
  <dcterms:modified xsi:type="dcterms:W3CDTF">2026-08-10T13:42:18Z</dcterms:modified>
</cp:coreProperties>
</file>