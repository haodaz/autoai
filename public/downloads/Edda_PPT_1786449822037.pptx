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Bristh Enrollment Partners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2E8F0"/>
                </a:solidFill>
              </a:rPr>
              <a:t>Professional Proposal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2+2 Undergraduate Articulation Program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Partnership Proposal: University of Edinburgh Business School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Board Meeting Discussion &amp; Action Plan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Confidential | Prepared for Bristh Leadership Team &amp; UoE Business School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Executive Summary &amp; Program 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Pilot Program Focus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**Target Launch**: Autumn 2026 Trial Pilot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**Core Disciplines**: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**Business Management**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**Finance**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**Strategic Alignment**: Capturing high-tier student demand seeking prestigious UK degrees through structured progression pathways.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Bristh's Strategic Value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**Global Outreach**: Highly integrated recruitment and support network spanning core student markets.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**End-to-End Delivery**: Seamless management of pre-departure logistics, academic readiness assessments, and transitional support.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**High-Volume Cohort Sourcing**: Establishing a sustainable pipeline of pre-screened, academically qualified candidates.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Student Pathway Structure (2+2 Model)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Phase 1: Years 1 &amp;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**Domestic/Preparatory Study**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Students complete standardized curriculum in their home institution.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Focused core modules in economics, accounting, and statistics.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Intensive English training &amp; transitional mentoring by Bristh.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Phase 2: Years 3 &amp; 4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**UoE Matriculation**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Qualified students matriculate directly to Edinburgh Business School.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Major pathways chosen: Business Management or Finance.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Full immersion in standard UK honors coursework and university culture.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Outcome: Graduation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**Degree &amp; Employment**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Bachelor's Degree awarded by University of Edinburgh.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Career support offered jointly by Bristh alumni network and Edinburgh's career service.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Direct pipeline to master's progression.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Cooperation Model &amp; Commercial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Framework Terms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**Contract Duration**: 3 Years initial term with auto-renewal provision.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**Intellectual Property**: Strictly segregated ownership; joint marketing rights only.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**Contracting Parties**: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*Bristh Enrollment Partners Ltd.*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*University of Edinburgh (School of Business)*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**Confidentiality**: Comprehensive mutual NDA coverage.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Fee Structure (Proposed)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**Service Fee Model**: Tiered per-student progression fee model.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**Standard Range**: **£3,000 - £5,000** per enrolled student.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**Volume Discounts**: Scaled based on matriculation size: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&lt; 20 students: £5,000/head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- 20-50 students: £4,000/head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  - 50+ students: £3,000/head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Division of Roles &amp; Responsibilities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Bristh Enrollment Partners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**Student Sourcing**: Multi-channel marketing and target promotions to potential candidates.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**Academic Verification**: Initial screening of school grades, transcripts, and credentials.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**Pre-Enrollment Services**: Comprehensive English program tutoring and IELTS counseling.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**Transition Logistics**: Visa, travel coordination, and housing/settling orientation services.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UoE School of Business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**Academic Quality Control**: Standard criteria formulation and curriculum review alignment.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**Admissions Approval**: Final academic and language requirement evaluation.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**Curriculum Delivery**: On-campus teaching, tutoring, assessments, and grade evaluations.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**Undergraduate Degrees**: Granting formal, standard Edinburgh BSc degrees to successful students.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Project Implementation 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Q3 2025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**Negotiation &amp; Prep**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**Aug 20**: Online Teams Meeting (2pm BST)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**Sept**: Formalize Proposal, Draft Agreement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**End Sept**: Sign Partnership Contract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Q4 2025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**Marketing &amp; Promotion**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**Oct**: Initiate targeted marketing campaigns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**Nov-Jan**: Recruit students internally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**Dec**: Conduct pilot program academic screening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### Q1-Q2 2026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**Admissions &amp; Launch**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**Feb**: Application deadline for first cohort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**Apr-Jun**: Visas &amp; pre-departure training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**Sept 2026**: Program trial pilot official start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2026-08-11T12:03:42Z</dcterms:created>
  <dcterms:modified xsi:type="dcterms:W3CDTF">2026-08-11T12:03:42Z</dcterms:modified>
</cp:coreProperties>
</file>