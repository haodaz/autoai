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UK Private School Market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Growing demand for UK elite education among Chinese families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2023: 15% increase in Chinese students in UK private schools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New Oriental's strong local presence complements our UK expertise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Bristh's Unique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Exclusive partnerships with 50+ top UK private schools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On-ground UK team for seamless enrollment &amp; guardianship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98% success rate in Tier 1 school placements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Win-Win Partnership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Joint marketing: Your brand + our UK school network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Revenue sharing on successful enrollments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Shared student support system (China-UK)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Measurable Success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Projected 40% enrollment growth in first year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Reduced operational costs through resource sharing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Enhanced brand prestige with elite UK partnerships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 &amp; Call to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Sign MOU within 2 weeks for 2024 enrollment cycle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Joint press release to announce partnership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Schedule follow-up meeting with implementation teams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2026-08-10T00:04:28Z</dcterms:created>
  <dcterms:modified xsi:type="dcterms:W3CDTF">2026-08-10T00:04:28Z</dcterms:modified>
</cp:coreProperties>
</file>