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57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Bristh Enrollment Partners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828925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2E8F0"/>
                </a:solidFill>
              </a:rPr>
              <a:t>Professional Proposal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Current Enrollment Challenges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Inefficiencies in the enrollment process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Lack of streamlined communication channels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Need for better data visualization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Proposed Solution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Utilize PowerPoint for clear data presentation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Implement 5 key strategies for improvement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Enhance stakeholder engagement through visual tools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Implementation Plan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Develop comprehensive PPT templates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Train staff on effective presentation techniques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Schedule regular reviews for continuous improvement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Next Steps &amp; Contact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Review proposal with stakeholders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Provide feedback via email: haoz214@gmail.com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Schedule follow-up meeting for final approval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2026-08-10T00:02:25Z</dcterms:created>
  <dcterms:modified xsi:type="dcterms:W3CDTF">2026-08-10T00:02:25Z</dcterms:modified>
</cp:coreProperties>
</file>