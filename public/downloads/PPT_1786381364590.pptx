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00225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BEP 2026年度国际学校招生策略与市场展望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828925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</a:rPr>
              <a:t>Generated by BEP Auto Office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BEP 2026年度国际学校招生策略与市场展望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British Enrollment Partners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2025年业绩概览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服务12所高端国际学校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平均转化率38%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平均客单价¥280,000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核心渠道占比：微信私域45%、小红书25%、Open Day20%、转介绍10%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2026年战略目标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拓展至20所合作学校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GMV增长60%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新一线城市渗透率提升30%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优化家长决策周期（当前4.2个月）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核心招生渠道优化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微信私域（45%）：升级CRM系统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小红书（25%）：KOC合作+精准投放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Open Day（20%）：沉浸式体验设计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转介绍（10%）：老生家长激励计划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市场挑战与对策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家长决策周期长：前置咨询触点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竞品价格战：价值营销+服务差异化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新城市渗透：本地化内容+地面团队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口碑建设：NPS提升至75+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家长画像分析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核心人群：高净值家庭（年收入¥2M+）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决策因素：升学成果&gt;师资&gt;校园设施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信息渠道：社交媒体67%/熟人推荐33%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痛点：国际课程选择困惑占82%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预算分配建议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数字营销：45%（含SEO/SEM/信息流）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线下活动：25%（开放日/教育展）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内容生产：20%（白皮书/案例视频）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CRM系统：10%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关键里程碑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Q1：新城市团队组建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Q2：课程咨询产品升级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Q3：暑期招生高峰战役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Q4：家长NPS调研优化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预期成果指标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合作学校：12→20所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转化率：38%→45%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客单价：¥280K→¥320K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决策周期：4.2→3.5个月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BEP 价值主张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专注高端国际学校招生12年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数据驱动的精准转化模型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唯一拥有IB/AP/A-Level全体系顾问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家长满意度连续5年&gt;90%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2026-08-10T17:02:44Z</dcterms:created>
  <dcterms:modified xsi:type="dcterms:W3CDTF">2026-08-10T17:02:44Z</dcterms:modified>
</cp:coreProperties>
</file>