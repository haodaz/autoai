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2+2 Undergraduate Pathway Partnership Proposal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 ENROLLMENT PARTNERS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Collaborative pathways in Business Management &amp; Finance with University of Edinburgh School of Business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Prepared for: Dr. James McCafferty &amp; Edinburgh School Board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Date: August 2025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Summary &amp; Partnership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About Bristh Enrollment Partners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Top-tier International Education Service provider.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Dedicated to building robust academic pipelines between global elite universities and domestic cohorts.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Expert marketing, end-to-end recruitment, and operational student support ecosystems.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2+2 Pilot Initiative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Targeted Launch: Academic pilot beginning Fall 2026.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Academic Focus: Core high-demand commercial disciplines of Finance and Business Management.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Quality Alignment: Streamlined articulation models protecting Edinburgh's elite academic criteria.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2+2 Student Pathway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Pathway 01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Business Management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Years 1 &amp; 2 (Home Institution)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Core Business Foundations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English Language Preparation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Pre-requisite Business Analytics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Years 3 &amp; 4 (Univ. of Edinburgh)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Advanced Strategic Management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Global Business Capstone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Degree Conferred by Edinburgh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Pathway 02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Finance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Years 1 &amp; 2 (Home Institution)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Mathematical Foundations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Introductory Macro/Micro Economics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Corporate Accounting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Years 3 &amp; 4 (Univ. of Edinburgh)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Investment Valuation &amp; Portfolio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Quantitative Financial Markets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Degree Conferred by Edinburgh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Clear Division of Roles &amp; Responsibilities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 Scope (Operational Partner)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✔ Marketing &amp; Local Outreach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✔ Pre-admission Screening &amp; Evaluation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✔ Language Preparation (IELTS/TOEFL)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✔ Pre-departure Coordination &amp; Visa Guidance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✔ First-year Academic Tracking Support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UoE Business School Scope (Academic Lead)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✔ Curriculum Articulation Assessment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✔ Final Admission &amp; Matrix Approvals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✔ Delivery of Year 3 &amp; 4 On-campus Classes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✔ Student Support &amp; Progression Mentoring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✔ Graduation &amp; Placement Support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Milestones &amp; Implementation Timeline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Step 01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Sept 2025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Sign Framework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Agreement (MOU)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Step 02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Oct 2025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Initiate Marketing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&amp; Recruitment Campaign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Step 03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Feb 2026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First Batch Student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Applications Deadline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Step 04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Sept 2026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Official Pilot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Cohort Academic Start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Business Terms &amp; Strategic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Proposed Cooperation Terms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Partnership Term: 3-Year initial cycle with automatic rolling renewal.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Fee Structure: Service fee range between £3,000 to £5,000 per student (dependent on total program cohort volume).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IP Rights: Fully mutual and proprietary separation of brand IP assets.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Strategic Next Steps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Align Teams on Details: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August 20, 2:00 PM UK Time (9:00 PM Beijing Time)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Draft Review: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Pre-circulate MOU / Framework Draft ahead of scheduled session.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Feedback Loops: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Adjust fee models and marketing timelines based on School Board parameters.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2026-08-13T12:04:33Z</dcterms:created>
  <dcterms:modified xsi:type="dcterms:W3CDTF">2026-08-13T12:04:33Z</dcterms:modified>
</cp:coreProperties>
</file>