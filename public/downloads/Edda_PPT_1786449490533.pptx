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57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Bristh Enrollment Partners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828925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2E8F0"/>
                </a:solidFill>
              </a:rPr>
              <a:t>Professional Proposal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Partnership Proposal: University of Edinburgh &amp; Bristh Enrollment Partners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Developing Future Leaders through a 2+2 Undergraduate Program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Bristh Enrollment Partners: Who We Are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**Company Overview:** Bristh Enrollment Partners Ltd. is a dedicated international education service provider.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**Expertise:** Specializing in facilitating student enrollment into world-class universities.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**Core Capabilities:**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    •  Comprehensive international education services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    •  Strategic student recruitment and screening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    •  Program management and coordination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    •  Student welfare and support throughout their academic journey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**Our Mission:** To bridge the gap between aspiring international students and leading global academic institutions, fostering diverse and vibrant learning environments.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Proposed 2+2 Undergraduate Program Model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**Program Concept:** A structured 2+2 undergraduate pathway allowing international students to complete their first two years at an accredited partner institution before transferring to the University of Edinburgh for their final two years.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**Pilot Focus:** University of Edinburgh, School of Business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**Initial Program Streams:**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    •  Business Management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    •  Finance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**Key Objectives:**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    •  Provide a seamless and well-supported transition for international students.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    •  Diversify the student body within the School of Business.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    •  Offer a globally competitive degree from a prestigious institution.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Student Pathway: A Seamless Journey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**Years 1 &amp; 2: Foundational Studies**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    •  Students complete foundational coursework and academic preparation at approved partner institutions (e.g., in China).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    •  Focus on relevant disciplinary knowledge, English language proficiency, and study skills development.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    •  Bristh provides guidance and monitoring throughout this phase.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**Years 3 &amp; 4: University of Edinburgh**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    •  Qualified students transfer to the University of Edinburgh, School of Business.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    •  Undertake advanced studies in Business Management or Finance, integrating fully into the UoE academic environment.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    •  Receive a globally recognized degree from a world-leading university.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**Benefits for Students:**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    •  Clear and structured academic progression.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    •  Cultural immersion and international experience.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    •  Attain a prestigious University of Edinburgh degree.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Bristh Enrollment Partners: Key Responsibilities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**Student Recruitment &amp; Screening:** Identifying, pre-screening, and recommending qualified students for the program.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**Application Management:** Guiding students through the University of Edinburgh's application process.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**Pre-departure Support:** Providing essential information and assistance for visas, accommodation, and orientation.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**Program Coordination:** Acting as a central liaison between partner institutions, students, and UoE.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**Ongoing Student Welfare:** Offering continuous support to students during their studies at both stages of the program.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**Financial Management:** Handling tuition and service fees; service fees range from £3,000 - £5,000 per student, dependent on volume.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University of Edinburgh: Key Responsibilities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**Academic Program Design:** Defining curriculum, learning outcomes, and quality assurance for Years 3 &amp; 4.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**Admissions &amp; Enrollment:** Setting clear entry criteria and making admissions decisions for transfer students.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**Credit Transfer &amp; Articulation:** Formalizing the process for recognizing credits from partner institutions.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**Student Integration &amp; Support:** Providing academic advising, welfare services, and campus resources for transferring students.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**Degree Awarding:** Granting the University of Edinburgh degree upon successful completion of the program.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**Partnership Engagement:** Regular communication and collaboration with Bristh Enrollment Partners to ensure program success.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Partnership Timeline &amp; Next Steps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**August 2024 (Next Week):** Online Meeting with Dr. McCafferty &amp; Team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    •  Formal Proposal and Draft Agreement Submission (prior to meeting)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**September 2024:** Finalization and Signing of Partnership Agreement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**October 2024:** Program Launch and Initial Student Recruitment Activities Begin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**February 2025:** Application Deadline for First Cohort of 2+2 Students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**Looking Ahead:** Continued collaboration to expand program offerings and enhance student experience.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**We look forward to a fruitful partnership with the University of Edinburgh.**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2026-08-11T11:58:10Z</dcterms:created>
  <dcterms:modified xsi:type="dcterms:W3CDTF">2026-08-11T11:58:10Z</dcterms:modified>
</cp:coreProperties>
</file>