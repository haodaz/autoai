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Strategic Partnership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 Enrollment Partners x Global Edu Group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International Education Recruitment Project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Focus: High Conversion Rates &amp; Market Coverage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With Us?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Proven track record in student recruitment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Wide market reach across key regions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Industry-leading conversion rates (data-driven results)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Partnership Terms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Revenue Share: 60% (Global Edu) / 40% (Bristh)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Initial Term: 3 years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NDA &amp; detailed agreement in progress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Timeline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Aug 15: In-person presentation at Global Edu HQ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Immediate: Data integration &amp; marketing prep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Q3 2026: Pilot launch in target markets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Get Started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Contact: haoz214@gmail.com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Next meeting: Aug 15, 2:00 PM (calendar invite sent)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Full proposal &amp; materials attached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2026-08-09T23:17:21Z</dcterms:created>
  <dcterms:modified xsi:type="dcterms:W3CDTF">2026-08-09T23:17:21Z</dcterms:modified>
</cp:coreProperties>
</file>